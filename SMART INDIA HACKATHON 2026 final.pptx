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  <p:sldId id="293" r:id="rId3"/>
    <p:sldId id="294" r:id="rId4"/>
    <p:sldId id="295" r:id="rId5"/>
    <p:sldId id="296" r:id="rId6"/>
    <p:sldId id="29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3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5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E32B5-2096-142A-CDE1-F6A0BF9A7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CD690F-2837-5E78-4482-EF34D1976B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D2280-C682-0B4D-903E-000945EA1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CE184-AB66-4A9D-BCE6-5E26187DD73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568ED-CE75-6D10-6203-4EFE60E7D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29B59-C5C7-BCFF-F3D4-CDD6233E0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BF577-2DAE-436A-BCC2-F6AABD9F0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02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BE92D-CFCE-EA20-6F9C-73545C7C2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C0FA6-0FA6-7107-7F70-91B9AE35C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FDD81-90F6-52FC-3FD0-0FA6B710D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CE184-AB66-4A9D-BCE6-5E26187DD73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14525-F56F-7C0A-C79F-C1AAD5DFD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B793B-FC95-C929-6B99-F6CCB9360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BF577-2DAE-436A-BCC2-F6AABD9F0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773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534A6-4B41-F496-D93B-CBDCEF150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6E18D-FE29-C011-0EA9-6C1E7B541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48C07-0ACE-522B-952B-CD6E13513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CE184-AB66-4A9D-BCE6-5E26187DD73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21AB7-C56E-1E50-F2B6-B3139DB98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87F1F-A218-D8C8-8AF3-D2A30C938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BF577-2DAE-436A-BCC2-F6AABD9F0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075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67DCD-E351-F516-52F7-6E228FAFC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1CCE3-639C-E571-828C-B9534185DC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5C651D-5D13-21D7-6BC1-4AB1BD52E5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66C18-1AAD-BE02-5318-918BDF2C7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CE184-AB66-4A9D-BCE6-5E26187DD73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98BB66-2479-EE89-6A4D-C5063B9C6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A8AAC7-9F1C-01D0-557A-694B7F0D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BF577-2DAE-436A-BCC2-F6AABD9F0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917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A0A80-1C72-B8D4-7585-8ED820E59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8252B-7DDA-11EE-72B6-3013A5D48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7BC5C8-D7CE-A597-CA2E-588ECB321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94412E-B8CB-B714-138E-8677E0CF13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14EEED-84C8-9045-8F77-C0A486AED8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EF4EBF-6901-332E-9DB2-09587EA6E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CE184-AB66-4A9D-BCE6-5E26187DD73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0E772-2879-AAE5-9496-F53C0CCAF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538197-B624-1695-F60C-16CFB7E40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BF577-2DAE-436A-BCC2-F6AABD9F0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005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4346C-7EDC-DDC4-3596-27FF0E3DA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1B7C61-CD3A-A710-D92C-D6C859F42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CE184-AB66-4A9D-BCE6-5E26187DD73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B5E1C0-7BA0-B638-1276-24C2636C2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B027FD-47AE-B1D2-977C-008BA6FD1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BF577-2DAE-436A-BCC2-F6AABD9F0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073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F04143-CD13-E11E-7677-4569CC4B7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CE184-AB66-4A9D-BCE6-5E26187DD73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FA1556-5D81-6D84-C21E-9400D0CE4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65859-345B-7ADA-D666-4D806F08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BF577-2DAE-436A-BCC2-F6AABD9F0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028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F092D-2ACB-8A2D-9D38-1EE2436BA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AB807-9EEE-DA2E-BF56-0C8088DBA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E37673-8F88-DB3F-8C7D-91D925BFDC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3C4F83-492E-BAE8-8E37-EFE6B2E4F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CE184-AB66-4A9D-BCE6-5E26187DD73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84AE34-521C-8DF4-662A-D1059A9DE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2165D1-2279-6177-FD5A-81E9BBBE7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BF577-2DAE-436A-BCC2-F6AABD9F0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857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F9D-E241-2503-700D-0FBA2ED36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73B28E-6A1E-4980-A2DF-A186D7B99F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7F6D7-A444-5F3F-0E6E-7D1BA36E2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19C305-6A37-1A49-8071-CC73769EE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CE184-AB66-4A9D-BCE6-5E26187DD73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80900E-63F5-4909-A9F0-563EDFFCD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384383-09E2-68E6-6338-79AD3A401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BF577-2DAE-436A-BCC2-F6AABD9F0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764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D0BD6-97BB-4DFC-55BA-03C8BEAF8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B9C965-8C7B-16E3-221A-20AB59DDB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B9D07-7683-BCBC-DF21-2A70490B1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CE184-AB66-4A9D-BCE6-5E26187DD73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56A42-22E2-A233-9C1D-C30608C49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081EF-AAEE-3F4C-758B-A9E587637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BF577-2DAE-436A-BCC2-F6AABD9F0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6598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62046C-B1C9-12BF-B150-19A0814661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DACB5A-56C9-F709-4701-4FD28684C4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79EC7-8CC8-5A76-8085-F6B298B2F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CE184-AB66-4A9D-BCE6-5E26187DD73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D2774-735A-9B53-1966-8717EEF9F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1E2EF-89DD-331F-843E-0419DCAE7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BF577-2DAE-436A-BCC2-F6AABD9F0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4687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7D8FCE-F2B2-D61A-5C0C-C9DD4763A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70ED7-5C4F-0F07-9F60-72F075051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286B4-5A1D-7BE1-57FA-32F8334212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9CE184-AB66-4A9D-BCE6-5E26187DD73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A3219-74E2-857D-003F-9E2A23CF3F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759EF-D182-5707-22DC-F88E54A760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EBF577-2DAE-436A-BCC2-F6AABD9F0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486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65EDAB-9E5A-E874-0760-F18473791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469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A93FC-E134-1AD0-6615-7639E2B1D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2C282-7252-5CB4-F6D7-F764A8F32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6EFB5C-35BB-F07C-D25D-782E716CA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687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895FD-A06D-8691-8B10-66A09AA04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1B3AB-3251-D5F3-11D3-28D1EFB48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E68582-18C4-6993-3A00-85C3536B4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168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9F53A-D937-80A8-A5D7-F8E13D29B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5FD46-0A36-37C6-B990-419D36B58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255914-D13C-297C-3959-22FAD6C60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613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0BC61-9388-C5A6-B0A4-B5CBFE125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A196E-B2AF-532A-89E0-972ED896A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D9918C-3C8E-BDDA-6288-9EC9AC079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648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E9E18-3AE6-3F56-ADB4-E7F08FFA3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01C9B-282D-6246-8990-27B780484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91D06A-37FA-FE0D-4758-F2F09ED26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773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PRAJAPATI GAURAV</dc:creator>
  <cp:lastModifiedBy>PRAJAPATI GAURAV</cp:lastModifiedBy>
  <cp:revision>5</cp:revision>
  <dcterms:created xsi:type="dcterms:W3CDTF">2026-08-18T16:30:19Z</dcterms:created>
  <dcterms:modified xsi:type="dcterms:W3CDTF">2026-08-19T07:05:04Z</dcterms:modified>
</cp:coreProperties>
</file>